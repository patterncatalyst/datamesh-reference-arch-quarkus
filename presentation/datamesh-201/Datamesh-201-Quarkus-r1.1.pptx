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The app catalog adds entries such as camel@apache/camel, and the Quarkus CLI is distributed the same way.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Camel. JBang installs and trusts the camel@apache/camel catalog entry on first use.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unverified; the HTTP add-on demo has not been run end to end.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No native build has been run for the comparison numbers, and the commonly cited native figures (sub-100 ms startup, tens of MB of RSS) are general Quarkus numbers and not measured here. Native is covered by an opt-in, long-running demo (demo-native.sh).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client reconnect and backoff is a recommended pattern. WsNotificationClient does not implement it, and it has not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image" Target="../media/image-97-3.png"/><Relationship Id="rId4" Type="http://schemas.openxmlformats.org/officeDocument/2006/relationships/slideLayout" Target="../slideLayouts/slideLayout1.xm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1.xml"/><Relationship Id="rId4"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camel@apache/camel run</a:t>
            </a:r>
            <a:r>
              <a:rPr lang="en-US" sz="1500" dirty="0">
                <a:solidFill>
                  <a:srgbClr val="5A5A5A"/>
                </a:solidFill>
                <a:latin typeface="Red Hat Text" pitchFamily="34" charset="0"/>
                <a:ea typeface="Red Hat Text" pitchFamily="34" charset="-122"/>
                <a:cs typeface="Red Hat Text" pitchFamily="34" charset="-120"/>
              </a:rPr>
              <a:t> resolves Camel's runtime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75</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(provectuslabs/kafka-ui)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2026-10-05T23:51:14Z</dcterms:created>
  <dcterms:modified xsi:type="dcterms:W3CDTF">2026-10-05T23:51:14Z</dcterms:modified>
</cp:coreProperties>
</file>