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notesMasterIdLst>
    <p:notesMasterId r:id="rId10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notesMaster" Target="notesMasters/notesMaster1.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slideLayout" Target="../slideLayouts/slideLayout1.xm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1.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1.xml"/><Relationship Id="rId4" Type="http://schemas.openxmlformats.org/officeDocument/2006/relationships/notesSlide" Target="../notesSlides/notesSlide1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102</Slides>
  <Notes>102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102</vt:i4>
      </vt:variant>
    </vt:vector>
  </HeadingPairs>
  <TitlesOfParts>
    <vt:vector size="10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2026-10-09T04:35:32Z</dcterms:created>
  <dcterms:modified xsi:type="dcterms:W3CDTF">2026-10-09T04:35:32Z</dcterms:modified>
</cp:coreProperties>
</file>