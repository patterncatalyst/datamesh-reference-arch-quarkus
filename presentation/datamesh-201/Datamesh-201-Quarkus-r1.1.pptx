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Lst>
  <p:notesMasterIdLst>
    <p:notesMasterId r:id="rId10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notesMaster" Target="notesMasters/notesMaster1.xml"/><Relationship Id="rId105" Type="http://schemas.openxmlformats.org/officeDocument/2006/relationships/presProps" Target="presProps.xml"/><Relationship Id="rId106" Type="http://schemas.openxmlformats.org/officeDocument/2006/relationships/viewProps" Target="viewProps.xml"/><Relationship Id="rId107" Type="http://schemas.openxmlformats.org/officeDocument/2006/relationships/theme" Target="theme/theme1.xml"/><Relationship Id="rId10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Tools install the same way from pinned Maven coordinates, for example the Camel CLI from org.apache.camel:camel-launcher:4.22.1. The project avoids catalog aliases such as camel@apache/camel, which fetch unpinned scripts from GitHub and prompt the user to trust the source.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pinned Camel 4.22.1 dependencies from Maven Central. The route file is local and nothing is fetched from GitHub, so JBang never asks for trust.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claim less than it set out to,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 and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AOT comparison numbers were produced. mvn package builds quarkus-run.jar as usual; there is no special packaging. The training run starts that jar with -XX:AOTCacheOutput, waits for the started log line, and sends SIGTERM, because the JVM writes the cache when it exits. The cache holds classes already loaded and linked (JEP 483) and method profiles (JEP 515); JEP 514 is what makes this a single training step. For order-service it is 103 MB. The production run starts the same jar on the same JDK with -XX:AOTCache and -XX:AOTMode=on; without AOTMode=on, a stale or mismatched cache is silently ignored and the measurement would be wrong. Startup went from 2.045 s to 0.992 s, with the full JVM and JIT still active. Spring Boot gets the same treatment from its extracted layout, because classes inside nested jars cannot be cached. Single run on Temurin 25.0.3, 2026-10-05.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verified 2026-10-06; graphql-gateway scaled 0 to 1 and all 120 GraphQL requests through the interceptor returned 200, single run.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single-machine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The comparison numbers are JVM only. Native is covered by an opt-in, long-running demo (demo-native.sh); its one recorded run, on 2026-10-06 with the Mandrel builder container, built in 136 s, produced a 141 MB binary, and reported startup in 0.081 s. Native resident memory was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 Recorded run, 2026-10-06: no local native-image, so the Mandrel builder container was used; 136 s build, 141 MB runner binary, startup reported at 0.081 s, GET /orders served with no JVM.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mvn package -Pnative runs the Quarkus build first: each extension's build steps run at build time, register what needs reflection or resources, and initialize classes, so the work a JVM would do at startup is already done. native-image then runs a points-to analysis over the closed world, snapshots the initialized heap, and compiles only reachable code into one executable. The middle row is where native-image comes from: a local GraalVM or Mandrel, or the Mandrel builder container with quarkus.native.container-build=true, which is what this machine used. If neither exists the demo fails rather than substituting a JVM jar. The bottom row is the run: native mode gets no Dev Services, so the demo starts a throwaway Postgres 18.6 container and passes TZ=UTC and a JDBC_URL to the binary, then asserts GET /orders returns a JSON array. Measured on 2026-10-06: 136 s build, 141 MB binary, startup 0.081 s. Single run,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six appendix chapters on the site. They are reference depth outside the main arc: scaling the WebSocket push, the gotchas, agentic-development recommendations, testing detail, in-memory versus Kafka messaging, and the three engines compared.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client reconnect and backoff is a recommended pattern. WsNotificationClient does not implement it, and it has not been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single-machine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1.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image" Target="../media/image-99-3.png"/><Relationship Id="rId4" Type="http://schemas.openxmlformats.org/officeDocument/2006/relationships/slideLayout" Target="../slideLayouts/slideLayout1.xml"/><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image" Target="../media/image-100-3.png"/><Relationship Id="rId4" Type="http://schemas.openxmlformats.org/officeDocument/2006/relationships/slideLayout" Target="../slideLayouts/slideLayout1.xml"/><Relationship Id="rId5"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1.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1.xml"/><Relationship Id="rId4" Type="http://schemas.openxmlformats.org/officeDocument/2006/relationships/notesSlide" Target="../notesSlides/notesSlide1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demos/jbang/HelloRoute.java</a:t>
            </a:r>
            <a:r>
              <a:rPr lang="en-US" sz="1500" dirty="0">
                <a:solidFill>
                  <a:srgbClr val="5A5A5A"/>
                </a:solidFill>
                <a:latin typeface="Red Hat Text" pitchFamily="34" charset="0"/>
                <a:ea typeface="Red Hat Text" pitchFamily="34" charset="-122"/>
                <a:cs typeface="Red Hat Text" pitchFamily="34" charset="-120"/>
              </a:rPr>
              <a:t> resolves pinned Camel 4.22.1 dependencies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AOT cache is trained and used</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Same jar, same JDK: a training run, then a production run</a:t>
            </a:r>
            <a:endParaRPr lang="en-US" sz="1700" dirty="0"/>
          </a:p>
        </p:txBody>
      </p:sp>
      <p:pic>
        <p:nvPicPr>
          <p:cNvPr id="5" name="Image 0" descr="dpng/11-aot-cache-build.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training run writes the cache at exit; the production run maps it and fails fast if it is stale.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the native executable is built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Quarkus build, then native-image, then a binary with no JVM</a:t>
            </a:r>
            <a:endParaRPr lang="en-US" sz="1700" dirty="0"/>
          </a:p>
        </p:txBody>
      </p:sp>
      <p:pic>
        <p:nvPicPr>
          <p:cNvPr id="5" name="Image 0" descr="dpng/11-native-build.png">    </p:cNvPr>
          <p:cNvPicPr>
            <a:picLocks noChangeAspect="1"/>
          </p:cNvPicPr>
          <p:nvPr/>
        </p:nvPicPr>
        <p:blipFill>
          <a:blip r:embed="rId1"/>
          <a:stretch>
            <a:fillRect/>
          </a:stretch>
        </p:blipFill>
        <p:spPr>
          <a:xfrm>
            <a:off x="2454731" y="1874520"/>
            <a:ext cx="7282233"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Build: Quarkus build steps, then native-image. Run: the binary against a throwaway Postgres, with no Dev Services.</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77</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Six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(kafbat/kafka-ui)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102</Slides>
  <Notes>102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102</vt:i4>
      </vt:variant>
    </vt:vector>
  </HeadingPairs>
  <TitlesOfParts>
    <vt:vector size="10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2026-10-06T16:23:04Z</dcterms:created>
  <dcterms:modified xsi:type="dcterms:W3CDTF">2026-10-06T16:23:04Z</dcterms:modified>
</cp:coreProperties>
</file>