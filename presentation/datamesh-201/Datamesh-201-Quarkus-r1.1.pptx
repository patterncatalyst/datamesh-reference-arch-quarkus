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The app catalog adds entries such as camel@apache/camel, and the Quarkus CLI is distributed the same way.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Camel. JBang installs and trusts the camel@apache/camel catalog entry on first use.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quietly narrow its claim,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unverified,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unverified; the HTTP add-on demo has not been run end to end.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laptop-scale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No native build has been run for the comparison numbers, and the commonly cited native figures (sub-100 ms startup, tens of MB of RSS) are general Quarkus numbers and not measured here. Native is covered by an opt-in, long-running demo (demo-native.sh).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close.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laptop-scale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tying back to the data-as-a-product principle. Analytical data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image" Target="../media/image-95-3.png"/><Relationship Id="rId4" Type="http://schemas.openxmlformats.org/officeDocument/2006/relationships/slideLayout" Target="../slideLayouts/slideLayout1.xml"/><Relationship Id="rId5"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image" Target="../media/image-97-3.png"/><Relationship Id="rId4" Type="http://schemas.openxmlformats.org/officeDocument/2006/relationships/slideLayout" Target="../slideLayouts/slideLayout1.xm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1.xml"/><Relationship Id="rId4"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camel@apache/camel run</a:t>
            </a:r>
            <a:r>
              <a:rPr lang="en-US" sz="1500" dirty="0">
                <a:solidFill>
                  <a:srgbClr val="5A5A5A"/>
                </a:solidFill>
                <a:latin typeface="Red Hat Text" pitchFamily="34" charset="0"/>
                <a:ea typeface="Red Hat Text" pitchFamily="34" charset="-122"/>
                <a:cs typeface="Red Hat Text" pitchFamily="34" charset="-120"/>
              </a:rPr>
              <a:t> resolves Camel's runtime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running code.</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74</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(provectuslabs/kafka-ui)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Figures from the 101 deck; not part of the 201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Figures from the 101 deck; not part of the 201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Figures from the 101 deck; not part of the 201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ANALYTICAL DATA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640080" y="2518646"/>
            <a:ext cx="6001344" cy="2643667"/>
          </a:xfrm>
          <a:prstGeom prst="rect">
            <a:avLst/>
          </a:prstGeom>
        </p:spPr>
      </p:pic>
      <p:sp>
        <p:nvSpPr>
          <p:cNvPr id="5" name="Text 2"/>
          <p:cNvSpPr/>
          <p:nvPr/>
        </p:nvSpPr>
        <p:spPr>
          <a:xfrm>
            <a:off x="7007184" y="1783080"/>
            <a:ext cx="4544431"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What it is:</a:t>
            </a:r>
            <a:r>
              <a:rPr lang="en-US" sz="14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400" dirty="0"/>
          </a:p>
          <a:p>
            <a:pPr marL="228600" indent="-228600">
              <a:spcBef>
                <a:spcPts val="400"/>
              </a:spcBef>
              <a:spcAft>
                <a:spcPts val="14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How a mesh produces it:</a:t>
            </a:r>
            <a:r>
              <a:rPr lang="en-US" sz="14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400" dirty="0"/>
          </a:p>
          <a:p>
            <a:pPr marL="228600" indent="-228600">
              <a:spcBef>
                <a:spcPts val="400"/>
              </a:spcBef>
              <a:spcAft>
                <a:spcPts val="14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a:t>
            </a:r>
            <a:r>
              <a:rPr lang="en-US" sz="14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400" dirty="0"/>
          </a:p>
          <a:p>
            <a:pPr marL="228600" indent="-228600">
              <a:spcBef>
                <a:spcPts val="400"/>
              </a:spcBef>
              <a:spcAft>
                <a:spcPts val="14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Here:</a:t>
            </a:r>
            <a:r>
              <a:rPr lang="en-US" sz="14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4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2026-10-05T22:07:56Z</dcterms:created>
  <dcterms:modified xsi:type="dcterms:W3CDTF">2026-10-05T22:07:56Z</dcterms:modified>
</cp:coreProperties>
</file>