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Lst>
  <p:notesMasterIdLst>
    <p:notesMasterId r:id="rId10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notesMaster" Target="notesMasters/notesMaster1.xml"/><Relationship Id="rId109" Type="http://schemas.openxmlformats.org/officeDocument/2006/relationships/presProps" Target="presProps.xml"/><Relationship Id="rId110" Type="http://schemas.openxmlformats.org/officeDocument/2006/relationships/viewProps" Target="viewProps.xml"/><Relationship Id="rId111" Type="http://schemas.openxmlformats.org/officeDocument/2006/relationships/theme" Target="theme/theme1.xml"/><Relationship Id="rId1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seven appendix chapters on the site. They are reference depth outside the main arc: scaling the WebSocket push, the gotchas, agentic-development recommendations, testing detail, in-memory versus Kafka messaging, the three engines compared, and running the whole system on OpenShift Local.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topology on OpenShift Local (CRC 4.22). The host browser or curl reaches two edge-TLS Routes: graphql-gateway-datamesh.apps-crc.testing and apicurio-datamesh.apps-crc.testing. The gateway calls order-service over REST on 8080 and inventory-service over gRPC on 9000, and order-service also calls inventory-service over gRPC. Kafka is the cluster named datamesh, from AMQ Streams 3.2.1 with Kafka 4.2.0 on one KRaft node; the operator sits in openshift-operators through OLM with a pinned CSV. The choreography is unchanged: order-service publishes order.placed, payment-service publishes payment.captured, shipping-service publishes shipment.dispatched, and notification-service also consumes order.placed. Postgres is a StatefulSet named datamesh-postgres-rw on the rhel10/postgresql-16 image, used by order, inventory, shipping, notification, and review. Apicurio 3.2.4 holds the Avro schemas. review-service runs with its OIDC tenant disabled. Everything runs under the restricted-v2 security context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local container engine is involved. mvn package -Popenshift builds the fast-jar in target/quarkus-app, and the quarkus-openshift extension uploads it as a binary build to a BuildConfig that uses the Source strategy. S2I runs inside the cluster on ubi10/openjdk-25:1.24-15, pushes to the internal registry, and tags the ImageStream as the service name with v1. The Deployment pulls image-registry.openshift-image-registry.svc:5000/datamesh/ the service name v1. The cluster never pulls from Maven Central, because Maven runs on the host. Seven services come out of one Maven reactor run in about three minutes; each in-cluster build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differences from the minikube path. First, the restricted-v2 security context constraint assigns the user ID from the namespace range, so the chart does not set runAsUser. Second, Routes with edge TLS on the apps-crc.testing domain replace NodePorts published on 127.0.0.1. Third, images are built in the cluster by the quarkus-openshift extension with binary S2I, not loaded from a local build. Fourth, Kafka comes from AMQ Streams in OperatorHub instead of Strimzi installed through Helm. Fifth, Postgres is a StatefulSet on the Red Hat PostgreSQL 16 image instead of CloudNativePG. Sixth, review-service runs with its OIDC tenant disabled, so DELETE /reviews/{id} answers 401. The decisions are DRQ-018 to DRQ-022.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found on the live run, each with its fix. Applying quarkus-container-image-openshift alone generated no BuildConfig, so the project uses the full quarkus-openshift extension. The output tag follows quarkus.openshift.version, not quarkus.container-image.tag. The S2I image reads JAVA_MAX_MEM_RATIO with a default of 80, which is too high for the pod limits, so it is set to 50. The database services restarted while Postgres was still initialising, which a wait-for-postgres init container fixed. The v1beta2 Kafka API is deprecated in AMQ Streams 3.2, so the CR moved to kafka.strimzi.io/v1. Status: verified 2026-10-09 on CRC 4.22.14 with a full clean cycle (teardown, install-infra, build-images, deploy, capture-evidence) in about 5.5 minutes. Teardown returns the cluster to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1.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slideLayout" Target="../slideLayouts/slideLayout1.xm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1.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slideLayout" Target="../slideLayouts/slideLayout1.xml"/><Relationship Id="rId4" Type="http://schemas.openxmlformats.org/officeDocument/2006/relationships/notesSlide" Target="../notesSlides/notesSlide1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r1.2</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Seven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Running on OpenShift Local</a:t>
            </a:r>
            <a:endParaRPr lang="en-US" sz="3000" dirty="0"/>
          </a:p>
        </p:txBody>
      </p:sp>
      <p:pic>
        <p:nvPicPr>
          <p:cNvPr id="4" name="Image 0" descr="dpng/22-crc-openshift-topology.png">    </p:cNvPr>
          <p:cNvPicPr>
            <a:picLocks noChangeAspect="1"/>
          </p:cNvPicPr>
          <p:nvPr/>
        </p:nvPicPr>
        <p:blipFill>
          <a:blip r:embed="rId1"/>
          <a:stretch>
            <a:fillRect/>
          </a:stretch>
        </p:blipFill>
        <p:spPr>
          <a:xfrm>
            <a:off x="1996346" y="1645920"/>
            <a:ext cx="819900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seven services in one project: two edge-TLS Routes in front, Kafka from AMQ Streams, Postgres 16 and Apicurio 3.2.4 behind, under restricted-v2.</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Building images inside the cluster</a:t>
            </a:r>
            <a:endParaRPr lang="en-US" sz="3000" dirty="0"/>
          </a:p>
        </p:txBody>
      </p:sp>
      <p:pic>
        <p:nvPicPr>
          <p:cNvPr id="4" name="Image 0" descr="dpng/22-crc-image-build.png">    </p:cNvPr>
          <p:cNvPicPr>
            <a:picLocks noChangeAspect="1"/>
          </p:cNvPicPr>
          <p:nvPr/>
        </p:nvPicPr>
        <p:blipFill>
          <a:blip r:embed="rId1"/>
          <a:stretch>
            <a:fillRect/>
          </a:stretch>
        </p:blipFill>
        <p:spPr>
          <a:xfrm>
            <a:off x="731520" y="1829771"/>
            <a:ext cx="10728655" cy="3564218"/>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mvn package -Popenshift produces a fast-jar; a binary S2I build in the cluster turns it into an ImageStream tag the Deployment pulls.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changes on OpenShift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a:t>
            </a:r>
            <a:r>
              <a:rPr lang="en-US" sz="1600" dirty="0">
                <a:solidFill>
                  <a:srgbClr val="242424"/>
                </a:solidFill>
                <a:latin typeface="Red Hat Text" pitchFamily="34" charset="0"/>
                <a:ea typeface="Red Hat Text" pitchFamily="34" charset="-122"/>
                <a:cs typeface="Red Hat Text" pitchFamily="34" charset="-120"/>
              </a:rPr>
              <a:t> — restricted-v2 assigns the UID, so the chart sets no runAsUser.</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Host access</a:t>
            </a:r>
            <a:r>
              <a:rPr lang="en-US" sz="1600" dirty="0">
                <a:solidFill>
                  <a:srgbClr val="242424"/>
                </a:solidFill>
                <a:latin typeface="Red Hat Text" pitchFamily="34" charset="0"/>
                <a:ea typeface="Red Hat Text" pitchFamily="34" charset="-122"/>
                <a:cs typeface="Red Hat Text" pitchFamily="34" charset="-120"/>
              </a:rPr>
              <a:t> — Routes with edge TLS replace NodePorts on 127.0.0.1.</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Images</a:t>
            </a:r>
            <a:r>
              <a:rPr lang="en-US" sz="1600" dirty="0">
                <a:solidFill>
                  <a:srgbClr val="242424"/>
                </a:solidFill>
                <a:latin typeface="Red Hat Text" pitchFamily="34" charset="0"/>
                <a:ea typeface="Red Hat Text" pitchFamily="34" charset="-122"/>
                <a:cs typeface="Red Hat Text" pitchFamily="34" charset="-120"/>
              </a:rPr>
              <a:t> — built in the cluster by quarkus-openshift binary S2I.</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Kafka</a:t>
            </a:r>
            <a:r>
              <a:rPr lang="en-US" sz="1600" dirty="0">
                <a:solidFill>
                  <a:srgbClr val="242424"/>
                </a:solidFill>
                <a:latin typeface="Red Hat Text" pitchFamily="34" charset="0"/>
                <a:ea typeface="Red Hat Text" pitchFamily="34" charset="-122"/>
                <a:cs typeface="Red Hat Text" pitchFamily="34" charset="-120"/>
              </a:rPr>
              <a:t> — AMQ Streams from OperatorHub instead of Strimzi through Helm.</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Postgres</a:t>
            </a:r>
            <a:r>
              <a:rPr lang="en-US" sz="1600" dirty="0">
                <a:solidFill>
                  <a:srgbClr val="242424"/>
                </a:solidFill>
                <a:latin typeface="Red Hat Text" pitchFamily="34" charset="0"/>
                <a:ea typeface="Red Hat Text" pitchFamily="34" charset="-122"/>
                <a:cs typeface="Red Hat Text" pitchFamily="34" charset="-120"/>
              </a:rPr>
              <a:t> — a Postgres 16 StatefulSet on the Red Hat image instead of CloudNativePG.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 runs with the OIDC tenant disabled; DELETE answers 401.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broke on the live run, and the fix</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BuildConfig</a:t>
            </a:r>
            <a:r>
              <a:rPr lang="en-US" sz="1600" dirty="0">
                <a:solidFill>
                  <a:srgbClr val="242424"/>
                </a:solidFill>
                <a:latin typeface="Red Hat Text" pitchFamily="34" charset="0"/>
                <a:ea typeface="Red Hat Text" pitchFamily="34" charset="-122"/>
                <a:cs typeface="Red Hat Text" pitchFamily="34" charset="-120"/>
              </a:rPr>
              <a:t> — quarkus-container-image-openshift alone generated none; use the full quarkus-openshift extension.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Wrong tag</a:t>
            </a:r>
            <a:r>
              <a:rPr lang="en-US" sz="1600" dirty="0">
                <a:solidFill>
                  <a:srgbClr val="242424"/>
                </a:solidFill>
                <a:latin typeface="Red Hat Text" pitchFamily="34" charset="0"/>
                <a:ea typeface="Red Hat Text" pitchFamily="34" charset="-122"/>
                <a:cs typeface="Red Hat Text" pitchFamily="34" charset="-120"/>
              </a:rPr>
              <a:t> — the output tag follows quarkus.openshift.version, not quarkus.container-image.tag.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Heap sizing</a:t>
            </a:r>
            <a:r>
              <a:rPr lang="en-US" sz="1600" dirty="0">
                <a:solidFill>
                  <a:srgbClr val="242424"/>
                </a:solidFill>
                <a:latin typeface="Red Hat Text" pitchFamily="34" charset="0"/>
                <a:ea typeface="Red Hat Text" pitchFamily="34" charset="-122"/>
                <a:cs typeface="Red Hat Text" pitchFamily="34" charset="-120"/>
              </a:rPr>
              <a:t> — the S2I image reads JAVA_MAX_MEM_RATIO (default 80); set to 50.</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Restarts</a:t>
            </a:r>
            <a:r>
              <a:rPr lang="en-US" sz="1600" dirty="0">
                <a:solidFill>
                  <a:srgbClr val="242424"/>
                </a:solidFill>
                <a:latin typeface="Red Hat Text" pitchFamily="34" charset="0"/>
                <a:ea typeface="Red Hat Text" pitchFamily="34" charset="-122"/>
                <a:cs typeface="Red Hat Text" pitchFamily="34" charset="-120"/>
              </a:rPr>
              <a:t> — DB services restarted while Postgres initialised; a wait-for-postgres init container fixes it.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Deprecated API</a:t>
            </a:r>
            <a:r>
              <a:rPr lang="en-US" sz="1600" dirty="0">
                <a:solidFill>
                  <a:srgbClr val="242424"/>
                </a:solidFill>
                <a:latin typeface="Red Hat Text" pitchFamily="34" charset="0"/>
                <a:ea typeface="Red Hat Text" pitchFamily="34" charset="-122"/>
                <a:cs typeface="Red Hat Text" pitchFamily="34" charset="-120"/>
              </a:rPr>
              <a:t> — v1beta2 Kafka is deprecated in AMQ Streams 3.2; moved to kafka.strimzi.io/v1.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106</Slides>
  <Notes>106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106</vt:i4>
      </vt:variant>
    </vt:vector>
  </HeadingPairs>
  <TitlesOfParts>
    <vt:vector size="10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2026-10-09T06:35:00Z</dcterms:created>
  <dcterms:modified xsi:type="dcterms:W3CDTF">2026-10-09T06:35:00Z</dcterms:modified>
</cp:coreProperties>
</file>