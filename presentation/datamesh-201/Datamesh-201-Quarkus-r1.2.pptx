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seven appendix chapters on the site. They are reference depth outside the main arc: scaling the WebSocket push, the gotchas, agentic-development recommendations, testing detail, in-memory versus Kafka messaging, the three engines compared, and running the whole system on OpenShift Local.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verified 2026-10-06 with tooling/ws-failover/verify-ws-failover.sh and the WsReconnectClient: with two replicas, deleting the one holding the socket closed it, the client reconnected after a jittered 979 ms backoff, caught up through GET /notifications with no duplicate, and received the next order from the survivor.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deployed topology on OpenShift Local (CRC 4.22). The host browser or curl reaches two edge-TLS Routes: graphql-gateway-datamesh.apps-crc.testing and apicurio-datamesh.apps-crc.testing. The gateway calls order-service over REST on 8080 and inventory-service over gRPC on 9000, and order-service also calls inventory-service over gRPC. Kafka is the cluster named datamesh, from AMQ Streams 3.2.1 with Kafka 4.2.0 on one KRaft node; the operator sits in openshift-operators through OLM with a pinned CSV. The choreography is unchanged: order-service publishes order.placed, payment-service publishes payment.captured, shipping-service publishes shipment.dispatched, and notification-service also consumes order.placed. Postgres is a StatefulSet named datamesh-postgres-rw on the rhel10/postgresql-16 image, used by order, inventory, shipping, notification, and review. Apicurio 3.2.4 holds the Avro schemas. review-service runs with its OIDC tenant disabled. Everything runs under the restricted-v2 security context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local container engine is involved. mvn package -Popenshift builds the fast-jar in target/quarkus-app, and the quarkus-openshift extension uploads it as a binary build to a BuildConfig that uses the Source strategy. S2I runs inside the cluster on ubi10/openjdk-25:1.24-15, pushes to the internal registry, and tags the ImageStream as the service name with v1. The Deployment pulls image-registry.openshift-image-registry.svc:5000/datamesh/ the service name v1. The cluster never pulls from Maven Central, because Maven runs on the host. Seven services come out of one Maven reactor run in about three minutes; each in-cluster build takes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differences from the minikube path. First, the restricted-v2 security context constraint assigns the user ID from the namespace range, so the chart does not set runAsUser. Second, Routes with edge TLS on the apps-crc.testing domain replace NodePorts published on 127.0.0.1. Third, images are built in the cluster by the quarkus-openshift extension with binary S2I, not loaded from a local build. Fourth, Kafka comes from AMQ Streams in OperatorHub instead of Strimzi installed through Helm. Fifth, Postgres is a StatefulSet on the Red Hat PostgreSQL 16 image instead of CloudNativePG. Sixth, review-service runs with its OIDC tenant disabled, so DELETE /reviews/{id} answers 401. The decisions are DRQ-018 to DRQ-022.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found on the live run, each with its fix. Applying quarkus-container-image-openshift alone generated no BuildConfig, so the project uses the full quarkus-openshift extension. The output tag follows quarkus.openshift.version, not quarkus.container-image.tag. The S2I image reads JAVA_MAX_MEM_RATIO with a default of 80, which is too high for the pod limits, so it is set to 50. The database services restarted while Postgres was still initialising, which a wait-for-postgres init container fixed. The v1beta2 Kafka API is deprecated in AMQ Streams 3.2, so the CR moved to kafka.strimzi.io/v1. Status: verified 2026-10-09 on CRC 4.22.14 with a full clean cycle (teardown, install-infra, build-images, deploy, capture-evidence) in about 5.5 minutes. Teardown returns the cluster to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is unchanged: seven Quarkus services, AMQ Streams Kafka, Postgres 16, and Apicurio. Around it sit six platform features, each with a verified result. Service Mesh 3 (Sail) runs Istio v1.30.5 with STRICT mTLS and a 90/10 canary on order-service; the measured split was 94 to v1 and 6 to v2 over 100 requests, and Kiali draws the graph from otel-lgtm's Prometheus scraping sidecar port 15020. The Custom Metrics Autoscaler, Red Hat's KEDA, scales notification-service from 0 to 1 on Kafka lag within 15 seconds and back to 0 about three minutes after the burst; the topic has one partition, so the maximum is one replica. The Red Hat build of OpenTelemetry injects the OpenTelemetry Java agent by annotation with no image change, and traces land in grafana/otel-lgtm 0.8.1; one trace spans graphql-gateway, order-service over REST, and inventory-service over gRPC. Ollama 0.35.1 with qwen2.5:3b backs ai-mcp-service and ai-rules-service, built in the cluster; classify, triage through Camel and Quarkus Flow, and the MCP checks pass. order-service is compiled to native in the cluster with a Mandrel 25.0 builder image. OpenShift GitOps adopts the Helm release from GitHub and self-heal restores deleted resources in two to three seconds. Every operator is pinned with Manual approval and a startingCSV, and teardown removes everything and stops CRC. The cluster is CRC 4.22 with 12 vCPU and 32 GiB.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OpenShift-native piece and one non-obvious fix per feature. Mesh: OpenShift Service Mesh 3 injects sidecars through a label on the namespace rather than an annotation on each pod, and the ingress gateway has to accept plain traffic from the Route, so it is PERMISSIVE while the rest of the mesh is STRICT. Autoscaling: the Custom Metrics Autoscaler runs in openshift-keda, so a short Kafka bootstrap name does not resolve; the trigger uses the fully qualified service name. Tracing: the Red Hat build of OpenTelemetry operator injects the Java agent by annotation; grafana/otel-lgtm needs the anyuid SCC and no seccomp profile. AI: Ollama runs under restricted-v2 with a random user ID, so HOME and OLLAMA_MODELS point at a persistent volume claim the user can write. Native: the Avro class allow-list has to be passed as a native build argument, because it is read at image build time. GitOps: the Argo CD Application ignores the Postgres password field in the generated secret, so a sync never rotates the password. The full write-up is in chapter 22 and the decisions are DRQ-023 to DRQ-028.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OpenShift Local for order-service. The native pod starts in 0.077 seconds; the JVM pod takes 8.0 seconds. The native working set is 29 MiB against 200 MiB for the JVM. The host generates the native sources, and a BuildConfig runs native-image from a Mandrel 25.0 builder image inside the cluster, which takes about two and a half minutes. Two caveats keep the comparison honest: the JVM pod also carries the OpenTelemetry Java agent, which adds startup time and memory, and an Envoy sidecar from the mesh runs beside both pods, so the sidecar cost is the same on each side. The Avro allow-list had to be supplied as a native build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slideLayout" Target="../slideLayouts/slideLayout1.xml"/><Relationship Id="rId5"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1.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image" Target="../media/image-107-3.png"/><Relationship Id="rId4" Type="http://schemas.openxmlformats.org/officeDocument/2006/relationships/slideLayout" Target="../slideLayouts/slideLayout1.xm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1.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r1.2</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Seven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Running on OpenShift Local</a:t>
            </a:r>
            <a:endParaRPr lang="en-US" sz="3000" dirty="0"/>
          </a:p>
        </p:txBody>
      </p:sp>
      <p:pic>
        <p:nvPicPr>
          <p:cNvPr id="4" name="Image 0" descr="dpng/22-crc-openshift-topology.png">    </p:cNvPr>
          <p:cNvPicPr>
            <a:picLocks noChangeAspect="1"/>
          </p:cNvPicPr>
          <p:nvPr/>
        </p:nvPicPr>
        <p:blipFill>
          <a:blip r:embed="rId1"/>
          <a:stretch>
            <a:fillRect/>
          </a:stretch>
        </p:blipFill>
        <p:spPr>
          <a:xfrm>
            <a:off x="1996346" y="1645920"/>
            <a:ext cx="819900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seven services in one project: two edge-TLS Routes in front, Kafka from AMQ Streams, Postgres 16 and Apicurio 3.2.4 behind, under restricted-v2.</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Building images inside the cluster</a:t>
            </a:r>
            <a:endParaRPr lang="en-US" sz="3000" dirty="0"/>
          </a:p>
        </p:txBody>
      </p:sp>
      <p:pic>
        <p:nvPicPr>
          <p:cNvPr id="4" name="Image 0" descr="dpng/22-crc-image-build.png">    </p:cNvPr>
          <p:cNvPicPr>
            <a:picLocks noChangeAspect="1"/>
          </p:cNvPicPr>
          <p:nvPr/>
        </p:nvPicPr>
        <p:blipFill>
          <a:blip r:embed="rId1"/>
          <a:stretch>
            <a:fillRect/>
          </a:stretch>
        </p:blipFill>
        <p:spPr>
          <a:xfrm>
            <a:off x="731520" y="1829771"/>
            <a:ext cx="10728655" cy="3564218"/>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mvn package -Popenshift produces a fast-jar; a binary S2I build in the cluster turns it into an ImageStream tag the Deployment pulls.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changes on OpenShift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a:t>
            </a:r>
            <a:r>
              <a:rPr lang="en-US" sz="1600" dirty="0">
                <a:solidFill>
                  <a:srgbClr val="242424"/>
                </a:solidFill>
                <a:latin typeface="Red Hat Text" pitchFamily="34" charset="0"/>
                <a:ea typeface="Red Hat Text" pitchFamily="34" charset="-122"/>
                <a:cs typeface="Red Hat Text" pitchFamily="34" charset="-120"/>
              </a:rPr>
              <a:t> — restricted-v2 assigns the UID, so the chart sets no runAsUser.</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Host access</a:t>
            </a:r>
            <a:r>
              <a:rPr lang="en-US" sz="1600" dirty="0">
                <a:solidFill>
                  <a:srgbClr val="242424"/>
                </a:solidFill>
                <a:latin typeface="Red Hat Text" pitchFamily="34" charset="0"/>
                <a:ea typeface="Red Hat Text" pitchFamily="34" charset="-122"/>
                <a:cs typeface="Red Hat Text" pitchFamily="34" charset="-120"/>
              </a:rPr>
              <a:t> — Routes with edge TLS replace NodePorts on 127.0.0.1.</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Images</a:t>
            </a:r>
            <a:r>
              <a:rPr lang="en-US" sz="1600" dirty="0">
                <a:solidFill>
                  <a:srgbClr val="242424"/>
                </a:solidFill>
                <a:latin typeface="Red Hat Text" pitchFamily="34" charset="0"/>
                <a:ea typeface="Red Hat Text" pitchFamily="34" charset="-122"/>
                <a:cs typeface="Red Hat Text" pitchFamily="34" charset="-120"/>
              </a:rPr>
              <a:t> — built in the cluster by quarkus-openshift binary S2I.</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Kafka</a:t>
            </a:r>
            <a:r>
              <a:rPr lang="en-US" sz="1600" dirty="0">
                <a:solidFill>
                  <a:srgbClr val="242424"/>
                </a:solidFill>
                <a:latin typeface="Red Hat Text" pitchFamily="34" charset="0"/>
                <a:ea typeface="Red Hat Text" pitchFamily="34" charset="-122"/>
                <a:cs typeface="Red Hat Text" pitchFamily="34" charset="-120"/>
              </a:rPr>
              <a:t> — AMQ Streams from OperatorHub instead of Strimzi through Helm.</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Postgres</a:t>
            </a:r>
            <a:r>
              <a:rPr lang="en-US" sz="1600" dirty="0">
                <a:solidFill>
                  <a:srgbClr val="242424"/>
                </a:solidFill>
                <a:latin typeface="Red Hat Text" pitchFamily="34" charset="0"/>
                <a:ea typeface="Red Hat Text" pitchFamily="34" charset="-122"/>
                <a:cs typeface="Red Hat Text" pitchFamily="34" charset="-120"/>
              </a:rPr>
              <a:t> — a Postgres 16 StatefulSet on the Red Hat image instead of CloudNativePG.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 runs with the OIDC tenant disabled; DELETE answers 401.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broke on the live run, and the fix</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BuildConfig</a:t>
            </a:r>
            <a:r>
              <a:rPr lang="en-US" sz="1600" dirty="0">
                <a:solidFill>
                  <a:srgbClr val="242424"/>
                </a:solidFill>
                <a:latin typeface="Red Hat Text" pitchFamily="34" charset="0"/>
                <a:ea typeface="Red Hat Text" pitchFamily="34" charset="-122"/>
                <a:cs typeface="Red Hat Text" pitchFamily="34" charset="-120"/>
              </a:rPr>
              <a:t> — quarkus-container-image-openshift alone generated none; use the full quarkus-openshift extension.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Wrong tag</a:t>
            </a:r>
            <a:r>
              <a:rPr lang="en-US" sz="1600" dirty="0">
                <a:solidFill>
                  <a:srgbClr val="242424"/>
                </a:solidFill>
                <a:latin typeface="Red Hat Text" pitchFamily="34" charset="0"/>
                <a:ea typeface="Red Hat Text" pitchFamily="34" charset="-122"/>
                <a:cs typeface="Red Hat Text" pitchFamily="34" charset="-120"/>
              </a:rPr>
              <a:t> — the output tag follows quarkus.openshift.version, not quarkus.container-image.tag.</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Heap sizing</a:t>
            </a:r>
            <a:r>
              <a:rPr lang="en-US" sz="1600" dirty="0">
                <a:solidFill>
                  <a:srgbClr val="242424"/>
                </a:solidFill>
                <a:latin typeface="Red Hat Text" pitchFamily="34" charset="0"/>
                <a:ea typeface="Red Hat Text" pitchFamily="34" charset="-122"/>
                <a:cs typeface="Red Hat Text" pitchFamily="34" charset="-120"/>
              </a:rPr>
              <a:t> — the S2I image reads JAVA_MAX_MEM_RATIO (default 80); set to 50.</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Restarts</a:t>
            </a:r>
            <a:r>
              <a:rPr lang="en-US" sz="1600" dirty="0">
                <a:solidFill>
                  <a:srgbClr val="242424"/>
                </a:solidFill>
                <a:latin typeface="Red Hat Text" pitchFamily="34" charset="0"/>
                <a:ea typeface="Red Hat Text" pitchFamily="34" charset="-122"/>
                <a:cs typeface="Red Hat Text" pitchFamily="34" charset="-120"/>
              </a:rPr>
              <a:t> — DB services restarted while Postgres initialised; a wait-for-postgres init container fixes it.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Deprecated API</a:t>
            </a:r>
            <a:r>
              <a:rPr lang="en-US" sz="1600" dirty="0">
                <a:solidFill>
                  <a:srgbClr val="242424"/>
                </a:solidFill>
                <a:latin typeface="Red Hat Text" pitchFamily="34" charset="0"/>
                <a:ea typeface="Red Hat Text" pitchFamily="34" charset="-122"/>
                <a:cs typeface="Red Hat Text" pitchFamily="34" charset="-120"/>
              </a:rPr>
              <a:t> — v1beta2 Kafka is deprecated in AMQ Streams 3.2; moved to kafka.strimzi.io/v1.</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platform tier on OpenShift Local</a:t>
            </a:r>
            <a:endParaRPr lang="en-US" sz="3000" dirty="0"/>
          </a:p>
        </p:txBody>
      </p:sp>
      <p:pic>
        <p:nvPicPr>
          <p:cNvPr id="4" name="Image 0" descr="dpng/22-crc-platform-tier.png">    </p:cNvPr>
          <p:cNvPicPr>
            <a:picLocks noChangeAspect="1"/>
          </p:cNvPicPr>
          <p:nvPr/>
        </p:nvPicPr>
        <p:blipFill>
          <a:blip r:embed="rId1"/>
          <a:stretch>
            <a:fillRect/>
          </a:stretch>
        </p:blipFill>
        <p:spPr>
          <a:xfrm>
            <a:off x="2305014" y="1645920"/>
            <a:ext cx="758166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Six operators on top of the core: Service Mesh 3, the Custom Metrics Autoscaler, OpenTelemetry, Ollama, an in-cluster native build, and OpenShift GitOps.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Platform tier: what it took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Service mesh</a:t>
            </a:r>
            <a:r>
              <a:rPr lang="en-US" sz="1600" dirty="0">
                <a:solidFill>
                  <a:srgbClr val="242424"/>
                </a:solidFill>
                <a:latin typeface="Red Hat Text" pitchFamily="34" charset="0"/>
                <a:ea typeface="Red Hat Text" pitchFamily="34" charset="-122"/>
                <a:cs typeface="Red Hat Text" pitchFamily="34" charset="-120"/>
              </a:rPr>
              <a:t> — Service Mesh 3 injects by namespace label; the gateway needs PERMISSIVE mTLS for the Route.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Autoscaling</a:t>
            </a:r>
            <a:r>
              <a:rPr lang="en-US" sz="1600" dirty="0">
                <a:solidFill>
                  <a:srgbClr val="242424"/>
                </a:solidFill>
                <a:latin typeface="Red Hat Text" pitchFamily="34" charset="0"/>
                <a:ea typeface="Red Hat Text" pitchFamily="34" charset="-122"/>
                <a:cs typeface="Red Hat Text" pitchFamily="34" charset="-120"/>
              </a:rPr>
              <a:t> — Custom Metrics Autoscaler needs the fully qualified Kafka bootstrap, since KEDA runs in openshift-keda.</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Tracing</a:t>
            </a:r>
            <a:r>
              <a:rPr lang="en-US" sz="1600" dirty="0">
                <a:solidFill>
                  <a:srgbClr val="242424"/>
                </a:solidFill>
                <a:latin typeface="Red Hat Text" pitchFamily="34" charset="0"/>
                <a:ea typeface="Red Hat Text" pitchFamily="34" charset="-122"/>
                <a:cs typeface="Red Hat Text" pitchFamily="34" charset="-120"/>
              </a:rPr>
              <a:t> — the OTel operator injects the agent; otel-lgtm runs under anyuid with no seccomp profile.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a:t>
            </a:r>
            <a:r>
              <a:rPr lang="en-US" sz="1600" dirty="0">
                <a:solidFill>
                  <a:srgbClr val="242424"/>
                </a:solidFill>
                <a:latin typeface="Red Hat Text" pitchFamily="34" charset="0"/>
                <a:ea typeface="Red Hat Text" pitchFamily="34" charset="-122"/>
                <a:cs typeface="Red Hat Text" pitchFamily="34" charset="-120"/>
              </a:rPr>
              <a:t> — Ollama runs under restricted-v2 with HOME and OLLAMA_MODELS on a PVC.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a:t>
            </a:r>
            <a:r>
              <a:rPr lang="en-US" sz="1600" dirty="0">
                <a:solidFill>
                  <a:srgbClr val="242424"/>
                </a:solidFill>
                <a:latin typeface="Red Hat Text" pitchFamily="34" charset="0"/>
                <a:ea typeface="Red Hat Text" pitchFamily="34" charset="-122"/>
                <a:cs typeface="Red Hat Text" pitchFamily="34" charset="-120"/>
              </a:rPr>
              <a:t> — the Avro allow-list must be a native build argument, not runtime configuration.</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GitOps</a:t>
            </a:r>
            <a:r>
              <a:rPr lang="en-US" sz="1600" dirty="0">
                <a:solidFill>
                  <a:srgbClr val="242424"/>
                </a:solidFill>
                <a:latin typeface="Red Hat Text" pitchFamily="34" charset="0"/>
                <a:ea typeface="Red Hat Text" pitchFamily="34" charset="-122"/>
                <a:cs typeface="Red Hat Text" pitchFamily="34" charset="-120"/>
              </a:rPr>
              <a:t> — Argo CD ignores the Postgres password field so syncs never rotate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A7</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vs JVM on OpenShift Local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Startup</a:t>
            </a:r>
            <a:r>
              <a:rPr lang="en-US" sz="1600" dirty="0">
                <a:solidFill>
                  <a:srgbClr val="242424"/>
                </a:solidFill>
                <a:latin typeface="Red Hat Text" pitchFamily="34" charset="0"/>
                <a:ea typeface="Red Hat Text" pitchFamily="34" charset="-122"/>
                <a:cs typeface="Red Hat Text" pitchFamily="34" charset="-120"/>
              </a:rPr>
              <a:t> — 0.077 s native against 8.0 s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Working set</a:t>
            </a:r>
            <a:r>
              <a:rPr lang="en-US" sz="1600" dirty="0">
                <a:solidFill>
                  <a:srgbClr val="242424"/>
                </a:solidFill>
                <a:latin typeface="Red Hat Text" pitchFamily="34" charset="0"/>
                <a:ea typeface="Red Hat Text" pitchFamily="34" charset="-122"/>
                <a:cs typeface="Red Hat Text" pitchFamily="34" charset="-120"/>
              </a:rPr>
              <a:t> — 29 MiB native against 200 MiB for the JVM pod.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a:t>
            </a:r>
            <a:r>
              <a:rPr lang="en-US" sz="1600" dirty="0">
                <a:solidFill>
                  <a:srgbClr val="242424"/>
                </a:solidFill>
                <a:latin typeface="Red Hat Text" pitchFamily="34" charset="0"/>
                <a:ea typeface="Red Hat Text" pitchFamily="34" charset="-122"/>
                <a:cs typeface="Red Hat Text" pitchFamily="34" charset="-120"/>
              </a:rPr>
              <a:t> — compiled in the cluster in about 2.5 min by a Mandrel 25.0 builder image.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Fairness</a:t>
            </a:r>
            <a:r>
              <a:rPr lang="en-US" sz="1600" dirty="0">
                <a:solidFill>
                  <a:srgbClr val="242424"/>
                </a:solidFill>
                <a:latin typeface="Red Hat Text" pitchFamily="34" charset="0"/>
                <a:ea typeface="Red Hat Text" pitchFamily="34" charset="-122"/>
                <a:cs typeface="Red Hat Text" pitchFamily="34" charset="-120"/>
              </a:rPr>
              <a:t> — the JVM pod also carries the OpenTelemetry agent; an Envoy sidecar runs beside both.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104</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109</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2026-10-09T08:05:16Z</dcterms:created>
  <dcterms:modified xsi:type="dcterms:W3CDTF">2026-10-09T08:05:16Z</dcterms:modified>
</cp:coreProperties>
</file>