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teaches the data-mesh principles from first principles and uses Quarkus to demonstrate them. No prior Quarkus experience is needed. The destination is a data mesh running on Kubernetes, and the principles we cover apply regardless of runtime. We'll start with the landscape of data architectures that came before the mesh, define the mesh through its four principles, then show why Quarkus and Kubernetes are a natural pairing for building one. By the end you should be able to explain what a data mesh is, when it's the right answer, and where to go deeper to see one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appreciate what a data mesh is, we need to see what came before it. Every pattern in this section (pipelines, warehouses, lakes) solved a real problem for its era. None of them is wrong. The mesh does not replace all of them; it responds to a specific organizational scaling problem that none of them fully solves. We'll walk through each pattern quickly, then see how they led to the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oldest data architecture problem is movement: operational systems produce data, analytical systems consume it, and something has to get it from one to the other. A pipeline is that something: ETL or ELT, it doesn't matter which, both are linear, bespoke, point-to-point flows from a known source to a known destination. The limitation is pipeline sprawl: each new source or destination doesn't add one pipeline, it adds as many as there are things on the other side. Nobody owns the data flowing through a pipeline; it's plumbing, not a product. That's the seed of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solved the truth problem pipeline sprawl created: instead of every consumer building its own understanding from raw pipeline output, everyone queries the same curated, schema-on-write model. The limitation is organizational, not technical: a central data team owns all the data but understands none of the domains it came from. Every schema change, every new source funnels through that one team, and as the organization grows, the queue becomes the bottleneck. This is the bottleneck a data mesh exists to remove, not by building a better warehouse, but by changing who owns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lake solved the warehouse's format rigidity: it accepts structured, semi-structured, unstructured, and streaming data, and defers schema decisions to the point of consumption, schema-on-read instead of schema-on-write. Zone-based organization (raw, curated, refined) is how well-run lakes stay usable. But without active curation, the lake becomes a data swamp: undocumented, stale, duplicated datasets nobody trusts. And notice what didn't change: a central team still owns the bucket. The lake fixed the format problem, not the organizational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distinction underlies everything before we get to the mesh itself. Operational data is the current-state data behind a domain's running services: the rows a microservice reads and writes to do its job. Analytical data is the historical, aggregated view used for decisions and models. Traditionally these live in separate worlds joined by a tangle of ETL on a delay: all operational data here, all analytical data there, pipelines between. A data mesh doesn't erase that distinction, but reorganizes it by domain rather than by technology layer: each domain owns both its operational systems and the analytical products derived from them. That is the seam the mesh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All three prior patterns (pipelines, warehouses, lakes) centralize data and hand ownership to a single team; the technology improves generation by generation but the organizational shape stays the same. The mesh changes the axis: instead of building a better center, decentralize ownership to the domains that produce the data. Each domain owns its data as a product that is discoverable, addressable, trustworthy, and self-describing, and talks to other domains directly. A shared self-serve platform provides the infrastructure underneath, and federated computational governance keeps the independently-owned products interoperable. Notice there's no 'central data team' card on this diagram at all;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Pipelines solved the movement problem but left sprawl and no ownership model. Warehouses solved the truth problem but left a central-team bottleneck. Lakes solved the flexibility problem but left swamp risk and the same organizational bottleneck. The mesh solves the organizational scaling problem directly through decentralized ownership, but it requires organizational maturity to pull off. Each pattern solves a different problem; none is strictly better than the last. A pipeline is still the right answer when movement is the problem. The mesh is the right answer when the bottleneck is organizational.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landscape in place, let's define data mesh. Zhamak Dehghani coined the term in 2019 and formalized it in her 2022 O'Reilly book. It rests on four interlocking principles that depend on each other; implement one without the others and you get a distributed mess, not a mesh. We'll look at all four together, then at the analogy that makes them concrete for anyone who has lived through a monolith-to-microservices transition: the same decomposition, applied to data ownership instead of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ownership: data is owned end to end by the domain team that produces it; no central team 'owns the warehouse.' Data as a product: a data product is held to the same bar as any software product: discoverable, addressable, trustworthy, self-describing. It is not a renamed table. Self-serve data platform: domain teams shouldn't each build their own event streaming, observability, or registry; the platform provides that as shared infrastructure. Federated computational governance: standards are enforced computationally, by the platform, automatically, not by review meetings. All four together are what make a mesh a mesh rather than just a lot of disconnected microservices each hoarding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for anyone who has been through a monolith-to-microservices transition. Just as a monolithic application gets refactored into bounded contexts owned by domain teams (the microservices transition many engineers have already lived through), a monolithic data platform gets refactored into bounded data products owned by those same domain teams. The mesh is the network of those products plus the platform and standards that let them interoperate. The hard part was never drawing the boxes; it was deciding where one bounded context ends and the next begins, and then living with the contract at that boundary. Decomposing a data platform into data products is the identical exercise, one layer up: the boundary is now a versioned data contract instead of a REST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this back to the room. Why build a data mesh on Quarkus and Kubernetes specifically? Because Quarkus gives a single, coherent developer experience across every protocol a domain service needs (REST, gRPC, GraphQL, Kafka) without ten disconnected quickstarts, and Kubernetes's primitives map onto the four principles unusually cleanly: namespaces for domain ownership, Deployments and CRDs for data as a product, operators for the self-serve platform, and mesh/admission policy for federated governance. This section is a fast teaser; the depth lives in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 architecture uses Quarkus for every domain service (order, inventory, payment, shipping, notification, review) and demonstrates twelve capabilities, among them Panache for persistence, gRPC for typed inter-domain calls, GraphQL for a federated gateway, Reactive Messaging for Kafka-backed events, and WebSockets.Next for live pushes, with reactive and imperative handlers sharing one Vert.x reactor. The tour also covers the JDK 25 AOT cache, native image, OIDC, JBang, and Panama FFM. With fast boot and a small memory footprint, Quarkus gives a domain team a way to stand up a well-behaved data product without first becoming distributed-systems experts, which is what makes it a credible vehicle for rolling a data mesh out across many enterprise teams. This is a teaser; the full capability tour, with a Spring Boot twin service for a side-by-side comparison, is the centerpiece of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event-driven system eventually has to answer one question: when multiple steps need to happen in sequence, who decides the sequence? This build runs three answers side by side over the same shipping/order domain. Kafka choreography: no one is in charge; order-service publishes order.placed and has never heard of payment-service or shipping-service; each service only knows 'when I see event X, I do Y and emit Z.' Camel orchestration: one route explicitly sequences every step, imperative code you read top to bottom. Quarkus Flow orchestration: the same two steps expressed declaratively, as a workflow document rather than hand-written control flow; the same shape, two different engines. For an enterprise mesh the advantage is that all three run on one Quarkus runtime, so a domain team picks the coordination style that fits each step without standing up a separate workflow server or routing through a shared ESB. The 201 covers this comparison in full, using the terms choreography and orchestration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reference architecture: domain services and platform tier together, on a local single-node Kubernetes cluster that the repository's bootstrap script creates. Each piece covered in this talk is running code here: the domains owning their data, the shared platform underneath, and governance enforced at the mesh and registry boundaries. The 201 builds toward this shape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organization needs a mesh, and telling people when not to use one builds more credibility than pitching it unconditionally. The question to ask is whether the bottleneck is technical (better tools solve it) or organizational (who owns what). Pipelines still fit when the plumbing is simple. A warehouse still fits when the real need is a single governed source of truth and a central team can keep up. A lake still fits when the problem is format flexibility, not ownership. The mesh fits specifically when the organization has outgrown centralized ownership (many domains, many consumers, a central team as the constraint) and has the organizational maturity to operate domain teams that treat data as a product and a platform team that can run self-serve infrastructure. Pick the pattern that matches your actual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101: the landscape that led to data mesh, the four principles that define it, and why Quarkus and Kubernetes are a natural pairing for building one. The 201 goes deep on everything we only teased here: the full choreography-versus-orchestration comparison across Kafka, Camel, and Quarkus Flow; the Quarkus-vs-Spring-Boot side-by-side on startup time and memory, with the JDK 25 AOT cache and native builds; contracts and the schema catalog; progressive delivery with mutual TLS; elastic autoscaling with KEDA; and the observability stack tying it all together. The reference repository is patterncatalyst/datamesh-reference-arch-quarkus. It is unpublished pending approval, but that's the name to look for.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to go next. The two codes carry the talk home: on the left, the reference architecture itself: the site, the runnable Quarkus domain services, the contracts and schema catalog, and the single-command minikube bootstrap that stands the whole mesh up on a laptop. On the right, the Workshops and Tutorials hub: every workshop, tutorial, and deck in the series in one place, including the 201 deep-dive. Scan whichever is useful;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101</a:t>
            </a:r>
            <a:endParaRPr lang="en-US" sz="1400" dirty="0"/>
          </a:p>
        </p:txBody>
      </p:sp>
      <p:sp>
        <p:nvSpPr>
          <p:cNvPr id="4" name="Text 1"/>
          <p:cNvSpPr/>
          <p:nvPr/>
        </p:nvSpPr>
        <p:spPr>
          <a:xfrm>
            <a:off x="5151007" y="1920240"/>
            <a:ext cx="6400608" cy="1737360"/>
          </a:xfrm>
          <a:prstGeom prst="rect">
            <a:avLst/>
          </a:prstGeom>
          <a:noFill/>
          <a:ln/>
        </p:spPr>
        <p:txBody>
          <a:bodyPr wrap="square" lIns="0" tIns="0" rIns="0" bIns="0" rtlCol="0" anchor="t"/>
          <a:lstStyle/>
          <a:p>
            <a:pPr indent="0" marL="0">
              <a:lnSpc>
                <a:spcPct val="100000"/>
              </a:lnSpc>
              <a:buNone/>
            </a:pPr>
            <a:r>
              <a:rPr lang="en-US" sz="3800" b="1" dirty="0">
                <a:solidFill>
                  <a:srgbClr val="151515"/>
                </a:solidFill>
                <a:latin typeface="Overpass SemiBold" pitchFamily="34" charset="0"/>
                <a:ea typeface="Overpass SemiBold" pitchFamily="34" charset="-122"/>
                <a:cs typeface="Overpass SemiBold" pitchFamily="34" charset="-120"/>
              </a:rPr>
              <a:t>Building a Datamesh using Quarkus and Kubernetes</a:t>
            </a:r>
            <a:endParaRPr lang="en-US" sz="3800" dirty="0"/>
          </a:p>
        </p:txBody>
      </p:sp>
      <p:sp>
        <p:nvSpPr>
          <p:cNvPr id="5" name="Text 2"/>
          <p:cNvSpPr/>
          <p:nvPr/>
        </p:nvSpPr>
        <p:spPr>
          <a:xfrm>
            <a:off x="5151007" y="39319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data-mesh principles to a running platform on Quarkus and Kubernetes (no Quarkus experience assumed)</a:t>
            </a:r>
            <a:endParaRPr lang="en-US" sz="1700" dirty="0"/>
          </a:p>
        </p:txBody>
      </p:sp>
      <p:sp>
        <p:nvSpPr>
          <p:cNvPr id="6" name="Text 3"/>
          <p:cNvSpPr/>
          <p:nvPr/>
        </p:nvSpPr>
        <p:spPr>
          <a:xfrm>
            <a:off x="5151007" y="534924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Data Mesh · 101 · r1.1</a:t>
            </a:r>
            <a:endParaRPr lang="en-US" sz="1300" dirty="0"/>
          </a:p>
        </p:txBody>
      </p:sp>
      <p:pic>
        <p:nvPicPr>
          <p:cNvPr id="7"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landscape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Four data architectures: what each pattern solves and the limitation it leaves behind.</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pipelines: the plumbing</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Extract-transform-load: each source-destination pair needs its own pipeline, and the total grows as the product of sources and destinations.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warehouses: many sources, one team, one store</a:t>
            </a:r>
            <a:endParaRPr lang="en-US" sz="3000" dirty="0"/>
          </a:p>
        </p:txBody>
      </p:sp>
      <p:pic>
        <p:nvPicPr>
          <p:cNvPr id="4" name="Image 0" descr="dpng/01-data-warehous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centralized, governed analytical store, and the central team that owns it becomes the single point of contention.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lakes: flexible on the way in, swamp risk on the way out</a:t>
            </a:r>
            <a:endParaRPr lang="en-US" sz="3000" dirty="0"/>
          </a:p>
        </p:txBody>
      </p:sp>
      <p:pic>
        <p:nvPicPr>
          <p:cNvPr id="4" name="Image 0" descr="dpng/01-data-lak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Raw, curated, refined zones accept any format, but without governance the lake becomes a swamp, and the central-team bottleneck remains.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seam a mesh addresses: operational vs. analytical</a:t>
            </a:r>
            <a:endParaRPr lang="en-US" sz="3000" dirty="0"/>
          </a:p>
        </p:txBody>
      </p:sp>
      <p:pic>
        <p:nvPicPr>
          <p:cNvPr id="4" name="Image 0" descr="dpng/01-operational-vs-analytical.png">    </p:cNvPr>
          <p:cNvPicPr>
            <a:picLocks noChangeAspect="1"/>
          </p:cNvPicPr>
          <p:nvPr/>
        </p:nvPicPr>
        <p:blipFill>
          <a:blip r:embed="rId1"/>
          <a:stretch>
            <a:fillRect/>
          </a:stretch>
        </p:blipFill>
        <p:spPr>
          <a:xfrm>
            <a:off x="1053268" y="1645920"/>
            <a:ext cx="100851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Traditionally two separate technology layers joined by pipelines; the mesh reorganizes the same distinction by domain instead.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mesh: decentralized, domain-owned data products</a:t>
            </a:r>
            <a:endParaRPr lang="en-US" sz="3000" dirty="0"/>
          </a:p>
        </p:txBody>
      </p:sp>
      <p:pic>
        <p:nvPicPr>
          <p:cNvPr id="4" name="Image 0" descr="dpng/01-data-mesh-decentralized.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owns its data as a product, on a shared platform under federated governance: the organizational answer.</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evolution: from pipelines to mesh</a:t>
            </a:r>
            <a:endParaRPr lang="en-US" sz="3000" dirty="0"/>
          </a:p>
        </p:txBody>
      </p:sp>
      <p:pic>
        <p:nvPicPr>
          <p:cNvPr id="4" name="Image 0" descr="dpng/01-architecture-evolutio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pattern solved the problem the previous one left; the mesh solves the organizational scaling problem they all share.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four principles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Domain ownership, data as a product, self-serve platform, federated computational governance.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data as a product, self-serve platform, federated governance</a:t>
            </a:r>
            <a:endParaRPr lang="en-US" sz="3000" dirty="0"/>
          </a:p>
        </p:txBody>
      </p:sp>
      <p:pic>
        <p:nvPicPr>
          <p:cNvPr id="4" name="Image 0" descr="dpng/01-data-mesh-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four principles depend on each other; implement one without the others and you get a distributed mess, not a mesh.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from monolith to mesh</a:t>
            </a:r>
            <a:endParaRPr lang="en-US" sz="3000" dirty="0"/>
          </a:p>
        </p:txBody>
      </p:sp>
      <p:pic>
        <p:nvPicPr>
          <p:cNvPr id="4" name="Image 0" descr="dpng/01-monolith-to-mesh.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monolith-to-microservices transition most engineers have lived through, applied to data ownership instead of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Why Quarkus, why Kubernetes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Quarkus as the developer lens on the four principles; Kubernetes as the substrate underneath them.</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QUARKUS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Quarkus as the developer lens</a:t>
            </a:r>
            <a:endParaRPr lang="en-US" sz="3000" dirty="0"/>
          </a:p>
        </p:txBody>
      </p:sp>
      <p:pic>
        <p:nvPicPr>
          <p:cNvPr id="4" name="Image 0" descr="dpng/11-capability-tour.png">    </p:cNvPr>
          <p:cNvPicPr>
            <a:picLocks noChangeAspect="1"/>
          </p:cNvPicPr>
          <p:nvPr/>
        </p:nvPicPr>
        <p:blipFill>
          <a:blip r:embed="rId1"/>
          <a:stretch>
            <a:fillRect/>
          </a:stretch>
        </p:blipFill>
        <p:spPr>
          <a:xfrm>
            <a:off x="1221100" y="1645920"/>
            <a:ext cx="974949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gRPC, GraphQL, Kafka, reactive and imperative in one JVM, fast boot, low memory: one coherent toolchain across every data-product surface.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QUARKUS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Choreography vs. orchestration: one domain, three coordination engines</a:t>
            </a:r>
            <a:endParaRPr lang="en-US" sz="3000" dirty="0"/>
          </a:p>
        </p:txBody>
      </p:sp>
      <p:pic>
        <p:nvPicPr>
          <p:cNvPr id="4" name="Image 0" descr="dpng/13-orchestration-styles.png">    </p:cNvPr>
          <p:cNvPicPr>
            <a:picLocks noChangeAspect="1"/>
          </p:cNvPicPr>
          <p:nvPr/>
        </p:nvPicPr>
        <p:blipFill>
          <a:blip r:embed="rId1"/>
          <a:stretch>
            <a:fillRect/>
          </a:stretch>
        </p:blipFill>
        <p:spPr>
          <a:xfrm>
            <a:off x="3043068" y="1645920"/>
            <a:ext cx="610555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order-to-shipment domain coordinated three ways: Kafka choreography, a Camel route, and a declarative Quarkus Flow workflow.</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WHERE THIS LANDS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project example: a data mesh on Kubernetes</a:t>
            </a:r>
            <a:endParaRPr lang="en-US" sz="3000" dirty="0"/>
          </a:p>
        </p:txBody>
      </p:sp>
      <p:pic>
        <p:nvPicPr>
          <p:cNvPr id="4" name="Image 0" descr="dpng/02-final-project-data-mesh.png">    </p:cNvPr>
          <p:cNvPicPr>
            <a:picLocks noChangeAspect="1"/>
          </p:cNvPicPr>
          <p:nvPr/>
        </p:nvPicPr>
        <p:blipFill>
          <a:blip r:embed="rId1"/>
          <a:stretch>
            <a:fillRect/>
          </a:stretch>
        </p:blipFill>
        <p:spPr>
          <a:xfrm>
            <a:off x="2991847" y="1645920"/>
            <a:ext cx="62080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 services, the service mesh, and the self-serve platform tier, running together on a local Kubernetes cluster.</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CHOOSING A PATTERN</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each pattern fits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choice depends on scale, data landscape, and where the bottleneck sits, not on which pattern is newest. A data mesh is not always the answer.</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Pipelines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Small number of well-understood integrations, stable flows, no pressing need for cross-domain analytics. The sprawl hasn't started.</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Warehouse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organization needs a governed analytical view and a central team has the capacity to curate it. The bottleneck is the absence of a single source of truth.</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Lake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Heterogeneous data, ML/AI workloads, scale that exceeds what a warehouse handles. The bottleneck is format rigidity, not ownership.</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Mesh</a:t>
            </a:r>
            <a:endParaRPr lang="en-US" sz="1600" dirty="0"/>
          </a:p>
          <a:p>
            <a:pPr lvl="1" marL="457200" indent="-228600">
              <a:spcAft>
                <a:spcPts val="800"/>
              </a:spcAft>
              <a:buSzPct val="100000"/>
              <a:buChar char="•"/>
            </a:pPr>
            <a:r>
              <a:rPr lang="en-US" sz="1500" dirty="0">
                <a:solidFill>
                  <a:srgbClr val="151515"/>
                </a:solidFill>
                <a:latin typeface="Red Hat Text" pitchFamily="34" charset="0"/>
                <a:ea typeface="Red Hat Text" pitchFamily="34" charset="-122"/>
                <a:cs typeface="Red Hat Text" pitchFamily="34" charset="-120"/>
              </a:rPr>
              <a:t>Many domains, many consumers, and a central team has become the constraint, and the organization has the maturity to operate federated ownership.</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Go deeper: the 201</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Orchestration styles, Quarkus vs. Spring Boot, contracts and the catalog, progressive delivery, autoscaling, and observability.</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
        <p:nvSpPr>
          <p:cNvPr id="4" name="Text 1"/>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SCAN TO EXPLORE</a:t>
            </a:r>
            <a:endParaRPr lang="en-US" sz="1200" dirty="0"/>
          </a:p>
        </p:txBody>
      </p:sp>
      <p:sp>
        <p:nvSpPr>
          <p:cNvPr id="5" name="Text 2"/>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Take it with you</a:t>
            </a:r>
            <a:endParaRPr lang="en-US" sz="3000" dirty="0"/>
          </a:p>
        </p:txBody>
      </p:sp>
      <p:pic>
        <p:nvPicPr>
          <p:cNvPr id="6" name="Image 1" descr="qr-site.png">    </p:cNvPr>
          <p:cNvPicPr>
            <a:picLocks noChangeAspect="1"/>
          </p:cNvPicPr>
          <p:nvPr/>
        </p:nvPicPr>
        <p:blipFill>
          <a:blip r:embed="rId2"/>
          <a:stretch>
            <a:fillRect/>
          </a:stretch>
        </p:blipFill>
        <p:spPr>
          <a:xfrm>
            <a:off x="2103120" y="1783080"/>
            <a:ext cx="2834640" cy="2834640"/>
          </a:xfrm>
          <a:prstGeom prst="rect">
            <a:avLst/>
          </a:prstGeom>
        </p:spPr>
      </p:pic>
      <p:sp>
        <p:nvSpPr>
          <p:cNvPr id="7" name="Text 3"/>
          <p:cNvSpPr/>
          <p:nvPr/>
        </p:nvSpPr>
        <p:spPr>
          <a:xfrm>
            <a:off x="1417320"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The reference architecture</a:t>
            </a:r>
            <a:endParaRPr lang="en-US" sz="1800" dirty="0"/>
          </a:p>
        </p:txBody>
      </p:sp>
      <p:sp>
        <p:nvSpPr>
          <p:cNvPr id="8" name="Text 4"/>
          <p:cNvSpPr/>
          <p:nvPr/>
        </p:nvSpPr>
        <p:spPr>
          <a:xfrm>
            <a:off x="1325880"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Quarkus services, contracts, and the minikube bootstrap</a:t>
            </a:r>
            <a:endParaRPr lang="en-US" sz="1300" dirty="0"/>
          </a:p>
        </p:txBody>
      </p:sp>
      <p:sp>
        <p:nvSpPr>
          <p:cNvPr id="9" name="Text 5"/>
          <p:cNvSpPr/>
          <p:nvPr/>
        </p:nvSpPr>
        <p:spPr>
          <a:xfrm>
            <a:off x="1325880" y="5760720"/>
            <a:ext cx="4389120" cy="292608"/>
          </a:xfrm>
          <a:prstGeom prst="rect">
            <a:avLst/>
          </a:prstGeom>
          <a:noFill/>
          <a:ln/>
        </p:spPr>
        <p:txBody>
          <a:bodyPr wrap="square" lIns="0" tIns="0" rIns="0" bIns="0"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patterncatalyst.github.io/datamesh-reference-arch-quarkus</a:t>
            </a:r>
            <a:endParaRPr lang="en-US" sz="1000" dirty="0"/>
          </a:p>
        </p:txBody>
      </p:sp>
      <p:pic>
        <p:nvPicPr>
          <p:cNvPr id="10" name="Image 2" descr="qr-hub.png">    </p:cNvPr>
          <p:cNvPicPr>
            <a:picLocks noChangeAspect="1"/>
          </p:cNvPicPr>
          <p:nvPr/>
        </p:nvPicPr>
        <p:blipFill>
          <a:blip r:embed="rId3"/>
          <a:stretch>
            <a:fillRect/>
          </a:stretch>
        </p:blipFill>
        <p:spPr>
          <a:xfrm>
            <a:off x="7251192" y="1783080"/>
            <a:ext cx="2834640" cy="2834640"/>
          </a:xfrm>
          <a:prstGeom prst="rect">
            <a:avLst/>
          </a:prstGeom>
        </p:spPr>
      </p:pic>
      <p:sp>
        <p:nvSpPr>
          <p:cNvPr id="11" name="Text 6"/>
          <p:cNvSpPr/>
          <p:nvPr/>
        </p:nvSpPr>
        <p:spPr>
          <a:xfrm>
            <a:off x="6565392"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Workshops &amp; Tutorials</a:t>
            </a:r>
            <a:endParaRPr lang="en-US" sz="1800" dirty="0"/>
          </a:p>
        </p:txBody>
      </p:sp>
      <p:sp>
        <p:nvSpPr>
          <p:cNvPr id="12" name="Text 7"/>
          <p:cNvSpPr/>
          <p:nvPr/>
        </p:nvSpPr>
        <p:spPr>
          <a:xfrm>
            <a:off x="6473952"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382512" y="5760720"/>
            <a:ext cx="4572000" cy="292608"/>
          </a:xfrm>
          <a:prstGeom prst="rect">
            <a:avLst/>
          </a:prstGeom>
          <a:noFill/>
          <a:ln/>
        </p:spPr>
        <p:txBody>
          <a:bodyPr wrap="square" lIns="0" tIns="0" rIns="0" bIns="0"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Mesh on OpenShift</dc:title>
  <dc:subject>PptxGenJS Presentation</dc:subject>
  <dc:creator>Robert Sedor</dc:creator>
  <cp:lastModifiedBy>Robert Sedor</cp:lastModifiedBy>
  <cp:revision>1</cp:revision>
  <dcterms:created xsi:type="dcterms:W3CDTF">2026-10-23T02:04:44Z</dcterms:created>
  <dcterms:modified xsi:type="dcterms:W3CDTF">2026-10-23T02:04:44Z</dcterms:modified>
</cp:coreProperties>
</file>