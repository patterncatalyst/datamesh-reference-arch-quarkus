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doubles as a showroom for Quarkus — no prior Quarkus experience needed; Quarkus is the vehicle we'll demonstrate with, not a prerequisite for following along. The destination is a data mesh running on Kubernetes, and the principles we cover apply regardless of runtime. We'll start with the landscape of data architectures that came before the mesh, define the mesh precisely through its four principles, then show why Quarkus and Kubernetes are a natural pairing for building one. By the end you should be able to explain what a data mesh is, when it's the right answer, and where to go deeper if you want to see one actually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isn't a replacement for all of them; it's a response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 raw, curated, refined —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That's the seam the rest of this talk is about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 pipelines, warehouses, lakes —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 discoverable, addressable, trustworthy, self-describing — talking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 decentralized ownership — but it requires organizational maturity to pull off. This isn't 'each is strictly better than the last' — it's 'each solves a different problem.'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precisely.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 no central team 'owns the warehouse.' Data as a product: a data product is held to the same bar as any software product — discoverable, addressable, trustworthy, self-describing —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analogy that tends to land well for anyone who has lived through a monolith-to-microservices transition. Just as a monolithic application gets refactored into bounded contexts owned by domain teams — the microservices transition many engineers have already lived through —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 REST, gRPC, GraphQL, Kafka —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build uses Quarkus to implement every domain service — order, inventory, payment, shipping, notification, review — and exercises Panache for persistence, gRPC for typed inter-domain calls, GraphQL for a federated gateway, Reactive Messaging for Kafka-backed events, and WebSockets.Next for live pushes, all sharing one Vert.x reactor whether the handler is reactive or imperative. Add fast boot and low memory footprint, and Quarkus becomes the practical reason a domain team can stand up a well-behaved data product without first becoming distributed-systems experts. This is a teaser — the full capability tour, side by side with a Spring Boot twin service for a real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This exact comparison, with the keywords choreography and orchestration used precisely,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whole story lands: the complete reference architecture, domain services and platform tier together, running on a single minikube profile this repo's bootstrap script stands up. Every piece you've seen in this talk — the domains owning their own data, the shared platform underneath, the governance enforced at the mesh and registry boundaries — is running code here, not a slide. This is the capstone shape the 201 builds toward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 better tools solve it — or organizational —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 many domains, many consumers, a central team as the constraint —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 the full choreography-versus-orchestration comparison across Kafka, Camel, and Quarkus Flow; the Quarkus-vs-Spring-Boot side-by-side on startup time, memory, and native builds; contracts and the schema catalog; progressive delivery with mutual TLS; elastic autoscaling with KEDA; and the observability stack tying it all together. The reference repository is patterncatalyst/datamesh-reference-arch-quarkus — it's unpublished pending approval, but that's the name to look for. Thanks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made real: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capstone — a data mesh on minikube</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single minikube profile.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2026-10-02T00:22:15Z</dcterms:created>
  <dcterms:modified xsi:type="dcterms:W3CDTF">2026-10-02T00:22:15Z</dcterms:modified>
</cp:coreProperties>
</file>